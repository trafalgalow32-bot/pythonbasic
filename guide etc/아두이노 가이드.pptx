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64" r:id="rId9"/>
    <p:sldId id="263" r:id="rId10"/>
    <p:sldId id="267" r:id="rId11"/>
    <p:sldId id="266" r:id="rId12"/>
    <p:sldId id="265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4D0E8-7831-48C8-A39E-1245E89BF22F}" type="datetimeFigureOut">
              <a:rPr lang="ko-KR" altLang="en-US" smtClean="0"/>
              <a:t>2026-05-29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C1BA2-ADC2-49A0-B39B-F76B72ECA0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08319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4D0E8-7831-48C8-A39E-1245E89BF22F}" type="datetimeFigureOut">
              <a:rPr lang="ko-KR" altLang="en-US" smtClean="0"/>
              <a:t>2026-05-29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C1BA2-ADC2-49A0-B39B-F76B72ECA0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57017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4D0E8-7831-48C8-A39E-1245E89BF22F}" type="datetimeFigureOut">
              <a:rPr lang="ko-KR" altLang="en-US" smtClean="0"/>
              <a:t>2026-05-29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C1BA2-ADC2-49A0-B39B-F76B72ECA0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32423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4D0E8-7831-48C8-A39E-1245E89BF22F}" type="datetimeFigureOut">
              <a:rPr lang="ko-KR" altLang="en-US" smtClean="0"/>
              <a:t>2026-05-29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C1BA2-ADC2-49A0-B39B-F76B72ECA0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98230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4D0E8-7831-48C8-A39E-1245E89BF22F}" type="datetimeFigureOut">
              <a:rPr lang="ko-KR" altLang="en-US" smtClean="0"/>
              <a:t>2026-05-29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C1BA2-ADC2-49A0-B39B-F76B72ECA0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575887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4D0E8-7831-48C8-A39E-1245E89BF22F}" type="datetimeFigureOut">
              <a:rPr lang="ko-KR" altLang="en-US" smtClean="0"/>
              <a:t>2026-05-29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C1BA2-ADC2-49A0-B39B-F76B72ECA0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62880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4D0E8-7831-48C8-A39E-1245E89BF22F}" type="datetimeFigureOut">
              <a:rPr lang="ko-KR" altLang="en-US" smtClean="0"/>
              <a:t>2026-05-29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C1BA2-ADC2-49A0-B39B-F76B72ECA0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27799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4D0E8-7831-48C8-A39E-1245E89BF22F}" type="datetimeFigureOut">
              <a:rPr lang="ko-KR" altLang="en-US" smtClean="0"/>
              <a:t>2026-05-29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C1BA2-ADC2-49A0-B39B-F76B72ECA0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75451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4D0E8-7831-48C8-A39E-1245E89BF22F}" type="datetimeFigureOut">
              <a:rPr lang="ko-KR" altLang="en-US" smtClean="0"/>
              <a:t>2026-05-29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C1BA2-ADC2-49A0-B39B-F76B72ECA0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3793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4D0E8-7831-48C8-A39E-1245E89BF22F}" type="datetimeFigureOut">
              <a:rPr lang="ko-KR" altLang="en-US" smtClean="0"/>
              <a:t>2026-05-29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C1BA2-ADC2-49A0-B39B-F76B72ECA0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96755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4D0E8-7831-48C8-A39E-1245E89BF22F}" type="datetimeFigureOut">
              <a:rPr lang="ko-KR" altLang="en-US" smtClean="0"/>
              <a:t>2026-05-29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C1BA2-ADC2-49A0-B39B-F76B72ECA0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66734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94D0E8-7831-48C8-A39E-1245E89BF22F}" type="datetimeFigureOut">
              <a:rPr lang="ko-KR" altLang="en-US" smtClean="0"/>
              <a:t>2026-05-29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CC1BA2-ADC2-49A0-B39B-F76B72ECA0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5399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539" y="131143"/>
            <a:ext cx="10233125" cy="2505852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2169622" y="1471353"/>
            <a:ext cx="3649287" cy="1105592"/>
          </a:xfrm>
          <a:prstGeom prst="rect">
            <a:avLst/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5666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5245"/>
            <a:ext cx="11238692" cy="5879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76472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550" y="0"/>
            <a:ext cx="11303759" cy="4377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71718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8760501" cy="6140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06445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039635" cy="5088821"/>
          </a:xfrm>
          <a:prstGeom prst="rect">
            <a:avLst/>
          </a:prstGeom>
        </p:spPr>
      </p:pic>
      <p:sp>
        <p:nvSpPr>
          <p:cNvPr id="3" name="직사각형 2"/>
          <p:cNvSpPr/>
          <p:nvPr/>
        </p:nvSpPr>
        <p:spPr>
          <a:xfrm>
            <a:off x="1828801" y="3591098"/>
            <a:ext cx="5336770" cy="207818"/>
          </a:xfrm>
          <a:prstGeom prst="rect">
            <a:avLst/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/>
          <p:cNvSpPr/>
          <p:nvPr/>
        </p:nvSpPr>
        <p:spPr>
          <a:xfrm>
            <a:off x="6733309" y="3491345"/>
            <a:ext cx="432262" cy="399011"/>
          </a:xfrm>
          <a:prstGeom prst="rect">
            <a:avLst/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0" y="224444"/>
            <a:ext cx="207818" cy="149629"/>
          </a:xfrm>
          <a:prstGeom prst="rect">
            <a:avLst/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96980" y="374073"/>
            <a:ext cx="1724186" cy="2983867"/>
          </a:xfrm>
          <a:prstGeom prst="rect">
            <a:avLst/>
          </a:prstGeom>
        </p:spPr>
      </p:pic>
      <p:sp>
        <p:nvSpPr>
          <p:cNvPr id="7" name="직사각형 6"/>
          <p:cNvSpPr/>
          <p:nvPr/>
        </p:nvSpPr>
        <p:spPr>
          <a:xfrm>
            <a:off x="-1" y="2394781"/>
            <a:ext cx="1404851" cy="207103"/>
          </a:xfrm>
          <a:prstGeom prst="rect">
            <a:avLst/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67142" y="3591098"/>
            <a:ext cx="3466167" cy="223857"/>
          </a:xfrm>
          <a:prstGeom prst="rect">
            <a:avLst/>
          </a:prstGeom>
        </p:spPr>
      </p:pic>
      <p:cxnSp>
        <p:nvCxnSpPr>
          <p:cNvPr id="10" name="직선 화살표 연결선 9"/>
          <p:cNvCxnSpPr/>
          <p:nvPr/>
        </p:nvCxnSpPr>
        <p:spPr>
          <a:xfrm flipV="1">
            <a:off x="1213658" y="1138844"/>
            <a:ext cx="615143" cy="125593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화살표 연결선 10"/>
          <p:cNvCxnSpPr/>
          <p:nvPr/>
        </p:nvCxnSpPr>
        <p:spPr>
          <a:xfrm>
            <a:off x="2427316" y="1138845"/>
            <a:ext cx="201595" cy="243621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화살표 연결선 12"/>
          <p:cNvCxnSpPr/>
          <p:nvPr/>
        </p:nvCxnSpPr>
        <p:spPr>
          <a:xfrm>
            <a:off x="188057" y="374073"/>
            <a:ext cx="116741" cy="202070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화살표 연결선 14"/>
          <p:cNvCxnSpPr/>
          <p:nvPr/>
        </p:nvCxnSpPr>
        <p:spPr>
          <a:xfrm>
            <a:off x="2625093" y="2909456"/>
            <a:ext cx="4205196" cy="65225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036789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196567" cy="4857641"/>
          </a:xfrm>
          <a:prstGeom prst="rect">
            <a:avLst/>
          </a:prstGeom>
        </p:spPr>
      </p:pic>
      <p:sp>
        <p:nvSpPr>
          <p:cNvPr id="4" name="직사각형 3"/>
          <p:cNvSpPr/>
          <p:nvPr/>
        </p:nvSpPr>
        <p:spPr>
          <a:xfrm>
            <a:off x="324196" y="2227811"/>
            <a:ext cx="1687484" cy="1188720"/>
          </a:xfrm>
          <a:prstGeom prst="rect">
            <a:avLst/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3181" y="0"/>
            <a:ext cx="7541755" cy="6157621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79898" y="6283450"/>
            <a:ext cx="2800741" cy="276264"/>
          </a:xfrm>
          <a:prstGeom prst="rect">
            <a:avLst/>
          </a:prstGeom>
        </p:spPr>
      </p:pic>
      <p:sp>
        <p:nvSpPr>
          <p:cNvPr id="7" name="직사각형 6"/>
          <p:cNvSpPr/>
          <p:nvPr/>
        </p:nvSpPr>
        <p:spPr>
          <a:xfrm>
            <a:off x="7679897" y="6248089"/>
            <a:ext cx="2800741" cy="311625"/>
          </a:xfrm>
          <a:prstGeom prst="rect">
            <a:avLst/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42989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053950" cy="5081664"/>
          </a:xfrm>
          <a:prstGeom prst="rect">
            <a:avLst/>
          </a:prstGeom>
        </p:spPr>
      </p:pic>
      <p:sp>
        <p:nvSpPr>
          <p:cNvPr id="4" name="직사각형 3"/>
          <p:cNvSpPr/>
          <p:nvPr/>
        </p:nvSpPr>
        <p:spPr>
          <a:xfrm>
            <a:off x="838523" y="395930"/>
            <a:ext cx="1763362" cy="277402"/>
          </a:xfrm>
          <a:prstGeom prst="rect">
            <a:avLst/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26039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33" y="74676"/>
            <a:ext cx="9082578" cy="5095978"/>
          </a:xfrm>
          <a:prstGeom prst="rect">
            <a:avLst/>
          </a:prstGeom>
        </p:spPr>
      </p:pic>
      <p:sp>
        <p:nvSpPr>
          <p:cNvPr id="3" name="직사각형 2"/>
          <p:cNvSpPr/>
          <p:nvPr/>
        </p:nvSpPr>
        <p:spPr>
          <a:xfrm>
            <a:off x="963214" y="3031065"/>
            <a:ext cx="1580481" cy="277402"/>
          </a:xfrm>
          <a:prstGeom prst="rect">
            <a:avLst/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/>
          <p:cNvSpPr/>
          <p:nvPr/>
        </p:nvSpPr>
        <p:spPr>
          <a:xfrm>
            <a:off x="4013985" y="3031065"/>
            <a:ext cx="1239659" cy="277402"/>
          </a:xfrm>
          <a:prstGeom prst="rect">
            <a:avLst/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963214" y="3691466"/>
            <a:ext cx="1239659" cy="223829"/>
          </a:xfrm>
          <a:prstGeom prst="rect">
            <a:avLst/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963214" y="3915295"/>
            <a:ext cx="1239659" cy="185563"/>
          </a:xfrm>
          <a:prstGeom prst="rect">
            <a:avLst/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/>
          <p:cNvSpPr/>
          <p:nvPr/>
        </p:nvSpPr>
        <p:spPr>
          <a:xfrm>
            <a:off x="963213" y="4100859"/>
            <a:ext cx="2956854" cy="185563"/>
          </a:xfrm>
          <a:prstGeom prst="rect">
            <a:avLst/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59981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717" y="161549"/>
            <a:ext cx="8943632" cy="5027836"/>
          </a:xfrm>
          <a:prstGeom prst="rect">
            <a:avLst/>
          </a:prstGeom>
        </p:spPr>
      </p:pic>
      <p:sp>
        <p:nvSpPr>
          <p:cNvPr id="3" name="직사각형 2"/>
          <p:cNvSpPr/>
          <p:nvPr/>
        </p:nvSpPr>
        <p:spPr>
          <a:xfrm>
            <a:off x="514482" y="2980267"/>
            <a:ext cx="1144986" cy="118533"/>
          </a:xfrm>
          <a:prstGeom prst="rect">
            <a:avLst/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/>
          <p:cNvSpPr/>
          <p:nvPr/>
        </p:nvSpPr>
        <p:spPr>
          <a:xfrm>
            <a:off x="2317882" y="2887134"/>
            <a:ext cx="721651" cy="152400"/>
          </a:xfrm>
          <a:prstGeom prst="rect">
            <a:avLst/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4976416" y="3039533"/>
            <a:ext cx="636985" cy="152400"/>
          </a:xfrm>
          <a:prstGeom prst="rect">
            <a:avLst/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69181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728"/>
            <a:ext cx="6877649" cy="5667742"/>
          </a:xfrm>
          <a:prstGeom prst="rect">
            <a:avLst/>
          </a:prstGeom>
        </p:spPr>
      </p:pic>
      <p:sp>
        <p:nvSpPr>
          <p:cNvPr id="3" name="직사각형 2"/>
          <p:cNvSpPr/>
          <p:nvPr/>
        </p:nvSpPr>
        <p:spPr>
          <a:xfrm>
            <a:off x="91149" y="1972734"/>
            <a:ext cx="1144986" cy="118533"/>
          </a:xfrm>
          <a:prstGeom prst="rect">
            <a:avLst/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1236135" y="3993807"/>
            <a:ext cx="1144986" cy="118533"/>
          </a:xfrm>
          <a:prstGeom prst="rect">
            <a:avLst/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/>
          <p:cNvSpPr/>
          <p:nvPr/>
        </p:nvSpPr>
        <p:spPr>
          <a:xfrm>
            <a:off x="2700869" y="2893139"/>
            <a:ext cx="2243664" cy="214128"/>
          </a:xfrm>
          <a:prstGeom prst="rect">
            <a:avLst/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01187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412"/>
            <a:ext cx="9075422" cy="5074506"/>
          </a:xfrm>
          <a:prstGeom prst="rect">
            <a:avLst/>
          </a:prstGeom>
        </p:spPr>
      </p:pic>
      <p:sp>
        <p:nvSpPr>
          <p:cNvPr id="3" name="직사각형 2"/>
          <p:cNvSpPr/>
          <p:nvPr/>
        </p:nvSpPr>
        <p:spPr>
          <a:xfrm>
            <a:off x="2177167" y="756768"/>
            <a:ext cx="674098" cy="207508"/>
          </a:xfrm>
          <a:prstGeom prst="rect">
            <a:avLst/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/>
          <p:cNvSpPr/>
          <p:nvPr/>
        </p:nvSpPr>
        <p:spPr>
          <a:xfrm>
            <a:off x="863755" y="2834950"/>
            <a:ext cx="2602651" cy="207508"/>
          </a:xfrm>
          <a:prstGeom prst="rect">
            <a:avLst/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764002" y="3948544"/>
            <a:ext cx="2602651" cy="152643"/>
          </a:xfrm>
          <a:prstGeom prst="rect">
            <a:avLst/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60307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014455" cy="5660686"/>
          </a:xfrm>
          <a:prstGeom prst="rect">
            <a:avLst/>
          </a:prstGeom>
        </p:spPr>
      </p:pic>
      <p:sp>
        <p:nvSpPr>
          <p:cNvPr id="3" name="직사각형 2"/>
          <p:cNvSpPr/>
          <p:nvPr/>
        </p:nvSpPr>
        <p:spPr>
          <a:xfrm>
            <a:off x="323429" y="831271"/>
            <a:ext cx="1114674" cy="166256"/>
          </a:xfrm>
          <a:prstGeom prst="rect">
            <a:avLst/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/>
          <p:cNvSpPr/>
          <p:nvPr/>
        </p:nvSpPr>
        <p:spPr>
          <a:xfrm>
            <a:off x="880765" y="2784764"/>
            <a:ext cx="2261446" cy="390697"/>
          </a:xfrm>
          <a:prstGeom prst="rect">
            <a:avLst/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323428" y="440575"/>
            <a:ext cx="300027" cy="315883"/>
          </a:xfrm>
          <a:prstGeom prst="rect">
            <a:avLst/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" name="직선 화살표 연결선 5"/>
          <p:cNvCxnSpPr/>
          <p:nvPr/>
        </p:nvCxnSpPr>
        <p:spPr>
          <a:xfrm>
            <a:off x="543939" y="997527"/>
            <a:ext cx="420337" cy="178723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화살표 연결선 7"/>
          <p:cNvCxnSpPr/>
          <p:nvPr/>
        </p:nvCxnSpPr>
        <p:spPr>
          <a:xfrm flipH="1" flipV="1">
            <a:off x="623455" y="598516"/>
            <a:ext cx="1807474" cy="218624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그림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89904" y="440575"/>
            <a:ext cx="1121707" cy="315883"/>
          </a:xfrm>
          <a:prstGeom prst="rect">
            <a:avLst/>
          </a:prstGeom>
        </p:spPr>
      </p:pic>
      <p:cxnSp>
        <p:nvCxnSpPr>
          <p:cNvPr id="11" name="직선 화살표 연결선 10"/>
          <p:cNvCxnSpPr>
            <a:endCxn id="10" idx="1"/>
          </p:cNvCxnSpPr>
          <p:nvPr/>
        </p:nvCxnSpPr>
        <p:spPr>
          <a:xfrm>
            <a:off x="670596" y="498764"/>
            <a:ext cx="8119308" cy="9975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직사각형 12"/>
          <p:cNvSpPr/>
          <p:nvPr/>
        </p:nvSpPr>
        <p:spPr>
          <a:xfrm>
            <a:off x="8837045" y="440574"/>
            <a:ext cx="1074566" cy="315884"/>
          </a:xfrm>
          <a:prstGeom prst="rect">
            <a:avLst/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63143" y="2784764"/>
            <a:ext cx="432620" cy="216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26401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67" y="0"/>
            <a:ext cx="9039635" cy="5095978"/>
          </a:xfrm>
          <a:prstGeom prst="rect">
            <a:avLst/>
          </a:prstGeom>
        </p:spPr>
      </p:pic>
      <p:sp>
        <p:nvSpPr>
          <p:cNvPr id="3" name="직사각형 2"/>
          <p:cNvSpPr/>
          <p:nvPr/>
        </p:nvSpPr>
        <p:spPr>
          <a:xfrm>
            <a:off x="8196349" y="3674224"/>
            <a:ext cx="906553" cy="266009"/>
          </a:xfrm>
          <a:prstGeom prst="rect">
            <a:avLst/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8159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761076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53105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642187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33219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071016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</TotalTime>
  <Words>0</Words>
  <Application>Microsoft Office PowerPoint</Application>
  <PresentationFormat>와이드스크린</PresentationFormat>
  <Paragraphs>0</Paragraphs>
  <Slides>18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21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DW-203</dc:creator>
  <cp:lastModifiedBy>DW-203</cp:lastModifiedBy>
  <cp:revision>11</cp:revision>
  <dcterms:created xsi:type="dcterms:W3CDTF">2026-05-28T03:48:19Z</dcterms:created>
  <dcterms:modified xsi:type="dcterms:W3CDTF">2026-05-29T01:27:17Z</dcterms:modified>
</cp:coreProperties>
</file>