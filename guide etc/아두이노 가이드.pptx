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4" r:id="rId9"/>
    <p:sldId id="263" r:id="rId10"/>
    <p:sldId id="267" r:id="rId11"/>
    <p:sldId id="266" r:id="rId12"/>
    <p:sldId id="265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31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701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242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82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588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6288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779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54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7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967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67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4D0E8-7831-48C8-A39E-1245E89BF22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CC1BA2-ADC2-49A0-B39B-F76B72ECA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53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39" y="131143"/>
            <a:ext cx="10233125" cy="250585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169622" y="1471353"/>
            <a:ext cx="3649287" cy="1105592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666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245"/>
            <a:ext cx="11238692" cy="587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647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50" y="0"/>
            <a:ext cx="11303759" cy="437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71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60501" cy="614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644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39635" cy="508882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1828801" y="3591098"/>
            <a:ext cx="5336770" cy="207818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6733309" y="3491345"/>
            <a:ext cx="432262" cy="399011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224444"/>
            <a:ext cx="207818" cy="149629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6980" y="374073"/>
            <a:ext cx="1724186" cy="2983867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-1" y="2394781"/>
            <a:ext cx="1404851" cy="20710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7142" y="3591098"/>
            <a:ext cx="3466167" cy="223857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 flipV="1">
            <a:off x="1213658" y="1138844"/>
            <a:ext cx="615143" cy="12559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2427316" y="1138845"/>
            <a:ext cx="201595" cy="2436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188057" y="374073"/>
            <a:ext cx="116741" cy="202070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625093" y="2909456"/>
            <a:ext cx="4205196" cy="6522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678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6567" cy="4857641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24196" y="2227811"/>
            <a:ext cx="1687484" cy="118872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81" y="0"/>
            <a:ext cx="7541755" cy="61576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9898" y="6283450"/>
            <a:ext cx="2800741" cy="276264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679897" y="6248089"/>
            <a:ext cx="2800741" cy="31162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4298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53950" cy="508166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838523" y="395930"/>
            <a:ext cx="1763362" cy="277402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2603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3" y="74676"/>
            <a:ext cx="9082578" cy="509597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963214" y="3031065"/>
            <a:ext cx="1580481" cy="277402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013985" y="3031065"/>
            <a:ext cx="1239659" cy="277402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963214" y="3691466"/>
            <a:ext cx="1239659" cy="223829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963214" y="3915295"/>
            <a:ext cx="1239659" cy="18556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963213" y="4100859"/>
            <a:ext cx="2956854" cy="18556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998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17" y="161549"/>
            <a:ext cx="8943632" cy="5027836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14482" y="2980267"/>
            <a:ext cx="1144986" cy="11853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317882" y="2887134"/>
            <a:ext cx="721651" cy="15240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4976416" y="3039533"/>
            <a:ext cx="636985" cy="15240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9181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728"/>
            <a:ext cx="6877649" cy="5667742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91149" y="1972734"/>
            <a:ext cx="1144986" cy="11853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236135" y="3993807"/>
            <a:ext cx="1144986" cy="11853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2700869" y="2893139"/>
            <a:ext cx="2243664" cy="214128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118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12"/>
            <a:ext cx="9075422" cy="5074506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177167" y="756768"/>
            <a:ext cx="674098" cy="207508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863755" y="2834950"/>
            <a:ext cx="2602651" cy="207508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764002" y="3948544"/>
            <a:ext cx="2602651" cy="15264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030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14455" cy="5660686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23429" y="831271"/>
            <a:ext cx="1114674" cy="16625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880765" y="2784764"/>
            <a:ext cx="2261446" cy="3906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323428" y="440575"/>
            <a:ext cx="300027" cy="315883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>
            <a:off x="543939" y="997527"/>
            <a:ext cx="420337" cy="17872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/>
          <p:cNvCxnSpPr/>
          <p:nvPr/>
        </p:nvCxnSpPr>
        <p:spPr>
          <a:xfrm flipH="1" flipV="1">
            <a:off x="623455" y="598516"/>
            <a:ext cx="1807474" cy="21862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904" y="440575"/>
            <a:ext cx="1121707" cy="315883"/>
          </a:xfrm>
          <a:prstGeom prst="rect">
            <a:avLst/>
          </a:prstGeom>
        </p:spPr>
      </p:pic>
      <p:cxnSp>
        <p:nvCxnSpPr>
          <p:cNvPr id="11" name="직선 화살표 연결선 10"/>
          <p:cNvCxnSpPr>
            <a:endCxn id="10" idx="1"/>
          </p:cNvCxnSpPr>
          <p:nvPr/>
        </p:nvCxnSpPr>
        <p:spPr>
          <a:xfrm>
            <a:off x="670596" y="498764"/>
            <a:ext cx="8119308" cy="997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8837045" y="440574"/>
            <a:ext cx="1074566" cy="31588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143" y="2784764"/>
            <a:ext cx="432620" cy="216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4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7" y="0"/>
            <a:ext cx="9039635" cy="509597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8196349" y="3674224"/>
            <a:ext cx="906553" cy="266009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815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93818" y="2934393"/>
            <a:ext cx="5461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http://192.168.0.97:81/stream</a:t>
            </a:r>
          </a:p>
        </p:txBody>
      </p:sp>
    </p:spTree>
    <p:extLst>
      <p:ext uri="{BB962C8B-B14F-4D97-AF65-F5344CB8AC3E}">
        <p14:creationId xmlns:p14="http://schemas.microsoft.com/office/powerpoint/2010/main" val="1776107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5310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4218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321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101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3</Words>
  <Application>Microsoft Office PowerPoint</Application>
  <PresentationFormat>와이드스크린</PresentationFormat>
  <Paragraphs>1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DW-203</dc:creator>
  <cp:lastModifiedBy>DW-203</cp:lastModifiedBy>
  <cp:revision>13</cp:revision>
  <dcterms:created xsi:type="dcterms:W3CDTF">2026-05-28T03:48:19Z</dcterms:created>
  <dcterms:modified xsi:type="dcterms:W3CDTF">2026-06-04T04:54:58Z</dcterms:modified>
</cp:coreProperties>
</file>