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  <p:sldId id="266" r:id="rId7"/>
    <p:sldId id="265" r:id="rId8"/>
    <p:sldId id="264" r:id="rId9"/>
    <p:sldId id="269" r:id="rId10"/>
    <p:sldId id="268" r:id="rId11"/>
    <p:sldId id="267" r:id="rId12"/>
    <p:sldId id="263" r:id="rId13"/>
    <p:sldId id="262" r:id="rId14"/>
    <p:sldId id="26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63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251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82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61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52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282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167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75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79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75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885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3DBC5-5B46-4CB2-935D-B3B454CEF53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57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413" y="327533"/>
            <a:ext cx="7534655" cy="5953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37866" y="2128058"/>
            <a:ext cx="178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최신버전 </a:t>
            </a:r>
            <a:r>
              <a:rPr lang="en-US" altLang="ko-KR" dirty="0" smtClean="0"/>
              <a:t>X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798916" y="1379913"/>
            <a:ext cx="731520" cy="36576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86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34" y="937865"/>
            <a:ext cx="11336332" cy="498227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863272" y="4377265"/>
            <a:ext cx="606195" cy="26246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67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80" y="934888"/>
            <a:ext cx="4934639" cy="214342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034164" y="1236134"/>
            <a:ext cx="4206703" cy="70273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2201333" y="1464733"/>
            <a:ext cx="4656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53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99" y="588154"/>
            <a:ext cx="10993384" cy="453453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47897" y="3233652"/>
            <a:ext cx="8562109" cy="29094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02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7" y="60725"/>
            <a:ext cx="5759099" cy="3542063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604623" y="3223582"/>
            <a:ext cx="1587464" cy="29270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0137" y="3602788"/>
            <a:ext cx="5187639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환경 변수 설정 위해</a:t>
            </a:r>
            <a:r>
              <a:rPr lang="en-US" altLang="ko-KR" dirty="0"/>
              <a:t> </a:t>
            </a:r>
            <a:r>
              <a:rPr lang="en-US" altLang="ko-KR" dirty="0" smtClean="0"/>
              <a:t>2</a:t>
            </a:r>
            <a:r>
              <a:rPr lang="ko-KR" altLang="en-US" dirty="0" smtClean="0"/>
              <a:t>번째 체크박스 필히 체크</a:t>
            </a:r>
            <a:r>
              <a:rPr lang="en-US" altLang="ko-KR" dirty="0" smtClean="0"/>
              <a:t>!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692" y="2334741"/>
            <a:ext cx="6335009" cy="386769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7323778" y="4744811"/>
            <a:ext cx="4330665" cy="64183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447985" y="583309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경로 길이 제한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881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48" y="296273"/>
            <a:ext cx="5559913" cy="5533932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731787" y="638323"/>
            <a:ext cx="1587464" cy="29270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15695" y="1064029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IDLE</a:t>
            </a:r>
            <a:r>
              <a:rPr lang="ko-KR" altLang="en-US" dirty="0" smtClean="0"/>
              <a:t>로 실행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0895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197"/>
            <a:ext cx="10286898" cy="557632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91213" y="704824"/>
            <a:ext cx="814380" cy="34257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5752407"/>
            <a:ext cx="1854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VS Code</a:t>
            </a:r>
            <a:r>
              <a:rPr lang="ko-KR" altLang="en-US" dirty="0" smtClean="0"/>
              <a:t>로 실행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042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0" y="-66239"/>
            <a:ext cx="10260013" cy="5544063"/>
            <a:chOff x="0" y="-66239"/>
            <a:chExt cx="10260013" cy="5544063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66239"/>
              <a:ext cx="10260013" cy="5544063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69010" y="3715453"/>
              <a:ext cx="1991003" cy="1762371"/>
            </a:xfrm>
            <a:prstGeom prst="rect">
              <a:avLst/>
            </a:prstGeom>
          </p:spPr>
        </p:pic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2107" y="4772875"/>
            <a:ext cx="5715798" cy="140989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839" y="5091271"/>
            <a:ext cx="4382112" cy="20005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272106" y="5762155"/>
            <a:ext cx="4270009" cy="33938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81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9134" y="191192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Ctrl + K + S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4" y="560524"/>
            <a:ext cx="9096243" cy="520528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85159" y="2419928"/>
            <a:ext cx="8492339" cy="17364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277004" y="2493818"/>
            <a:ext cx="16834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단축키 </a:t>
            </a:r>
            <a:r>
              <a:rPr lang="ko-KR" altLang="en-US" dirty="0" err="1" smtClean="0"/>
              <a:t>지정시</a:t>
            </a:r>
            <a:endParaRPr lang="en-US" altLang="ko-KR" dirty="0" smtClean="0"/>
          </a:p>
          <a:p>
            <a:r>
              <a:rPr lang="ko-KR" altLang="en-US" dirty="0" smtClean="0"/>
              <a:t>누른 채로</a:t>
            </a:r>
            <a:r>
              <a:rPr lang="en-US" altLang="ko-KR" dirty="0" smtClean="0"/>
              <a:t>! </a:t>
            </a:r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학원 </a:t>
            </a:r>
            <a:r>
              <a:rPr lang="en-US" altLang="ko-KR" dirty="0" smtClean="0"/>
              <a:t>pc</a:t>
            </a:r>
            <a:r>
              <a:rPr lang="ko-KR" altLang="en-US" dirty="0" smtClean="0"/>
              <a:t>는 </a:t>
            </a:r>
            <a:endParaRPr lang="en-US" altLang="ko-KR" dirty="0" smtClean="0"/>
          </a:p>
          <a:p>
            <a:r>
              <a:rPr lang="en-US" altLang="ko-KR" dirty="0" smtClean="0"/>
              <a:t>Ctrl + Alt + 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784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2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16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11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95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02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43</Words>
  <Application>Microsoft Office PowerPoint</Application>
  <PresentationFormat>와이드스크린</PresentationFormat>
  <Paragraphs>10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8</cp:revision>
  <dcterms:created xsi:type="dcterms:W3CDTF">2026-04-21T00:47:48Z</dcterms:created>
  <dcterms:modified xsi:type="dcterms:W3CDTF">2026-04-21T07:25:48Z</dcterms:modified>
</cp:coreProperties>
</file>