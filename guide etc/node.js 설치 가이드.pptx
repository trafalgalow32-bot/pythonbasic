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3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93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84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91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88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2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2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19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74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4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0C48E-65C0-446F-9F94-3A6848F5EAF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5C95E-AE45-47A1-85FF-D3B97540DD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3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55324" cy="60807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13164" y="3192087"/>
            <a:ext cx="2676698" cy="4073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94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4134" cy="537682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265369" y="931487"/>
            <a:ext cx="824964" cy="2792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715035" y="4165754"/>
            <a:ext cx="1493832" cy="26231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71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182" y="0"/>
            <a:ext cx="3842024" cy="30468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20754" cy="30468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50300" y="1075420"/>
            <a:ext cx="1857899" cy="12359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304902" y="1392268"/>
            <a:ext cx="3534298" cy="2163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87681" y="3202154"/>
            <a:ext cx="232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 touch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02182" y="3046850"/>
            <a:ext cx="232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Check!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1312"/>
            <a:ext cx="3943132" cy="33613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7130" y="3549855"/>
            <a:ext cx="232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Any key insert(except enter!)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418" y="3521312"/>
            <a:ext cx="3588338" cy="30521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68748" y="3549855"/>
            <a:ext cx="232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Insert ‘enter’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747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29514" cy="4908068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0117507" y="568343"/>
            <a:ext cx="1857899" cy="12359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82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Office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5</cp:revision>
  <dcterms:created xsi:type="dcterms:W3CDTF">2026-05-15T06:09:28Z</dcterms:created>
  <dcterms:modified xsi:type="dcterms:W3CDTF">2026-05-15T06:37:57Z</dcterms:modified>
</cp:coreProperties>
</file>