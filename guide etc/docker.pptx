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32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19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03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45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1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6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37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84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36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37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06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48E5-1698-4FB0-87CE-67547F5232CB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A7169-EE70-4816-9C7D-56D0BEA60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39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70779" cy="574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4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02646" cy="44427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596" y="2505640"/>
            <a:ext cx="3219899" cy="30770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920240" y="2601884"/>
            <a:ext cx="1942356" cy="46551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48546" y="3811386"/>
            <a:ext cx="2975956" cy="6313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62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1" y="179591"/>
            <a:ext cx="509658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45165" cy="8458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2138"/>
            <a:ext cx="5148941" cy="37003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58258"/>
            <a:ext cx="5078085" cy="19997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268" y="922138"/>
            <a:ext cx="6227967" cy="34952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582" y="4467471"/>
            <a:ext cx="4258577" cy="239052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569527" y="1571106"/>
            <a:ext cx="382386" cy="24106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672582" y="4622448"/>
            <a:ext cx="694967" cy="23581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15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11"/>
            <a:ext cx="11037578" cy="231280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32015" y="290946"/>
            <a:ext cx="540327" cy="21613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7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5876" y="2660073"/>
            <a:ext cx="558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도커</a:t>
            </a:r>
            <a:r>
              <a:rPr lang="ko-KR" altLang="en-US" dirty="0" smtClean="0"/>
              <a:t> 컨테이너 강의 교안 문서 암호 </a:t>
            </a:r>
            <a:r>
              <a:rPr lang="en-US" altLang="ko-KR" smtClean="0"/>
              <a:t>: kortech202603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4084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91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</Words>
  <Application>Microsoft Office PowerPoint</Application>
  <PresentationFormat>와이드스크린</PresentationFormat>
  <Paragraphs>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5</cp:revision>
  <dcterms:created xsi:type="dcterms:W3CDTF">2026-06-01T05:51:22Z</dcterms:created>
  <dcterms:modified xsi:type="dcterms:W3CDTF">2026-06-01T07:00:38Z</dcterms:modified>
</cp:coreProperties>
</file>