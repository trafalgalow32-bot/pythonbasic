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36BE8-A0E4-4A3F-8898-2EE3FDDEEB1B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FCAE1-33F9-412F-8FBA-D91BBE7A27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0429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36BE8-A0E4-4A3F-8898-2EE3FDDEEB1B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FCAE1-33F9-412F-8FBA-D91BBE7A27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5488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36BE8-A0E4-4A3F-8898-2EE3FDDEEB1B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FCAE1-33F9-412F-8FBA-D91BBE7A27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483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36BE8-A0E4-4A3F-8898-2EE3FDDEEB1B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FCAE1-33F9-412F-8FBA-D91BBE7A27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5876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36BE8-A0E4-4A3F-8898-2EE3FDDEEB1B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FCAE1-33F9-412F-8FBA-D91BBE7A27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3810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36BE8-A0E4-4A3F-8898-2EE3FDDEEB1B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FCAE1-33F9-412F-8FBA-D91BBE7A27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8527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36BE8-A0E4-4A3F-8898-2EE3FDDEEB1B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FCAE1-33F9-412F-8FBA-D91BBE7A27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6159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36BE8-A0E4-4A3F-8898-2EE3FDDEEB1B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FCAE1-33F9-412F-8FBA-D91BBE7A27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4780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36BE8-A0E4-4A3F-8898-2EE3FDDEEB1B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FCAE1-33F9-412F-8FBA-D91BBE7A27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5119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36BE8-A0E4-4A3F-8898-2EE3FDDEEB1B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FCAE1-33F9-412F-8FBA-D91BBE7A27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3537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36BE8-A0E4-4A3F-8898-2EE3FDDEEB1B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FCAE1-33F9-412F-8FBA-D91BBE7A27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2712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136BE8-A0E4-4A3F-8898-2EE3FDDEEB1B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4FCAE1-33F9-412F-8FBA-D91BBE7A27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6672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45767" cy="3668818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141316" y="1330036"/>
            <a:ext cx="5087389" cy="1446415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8389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653793" cy="4632707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2821384" y="1173527"/>
            <a:ext cx="1107164" cy="346261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1760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1" y="0"/>
            <a:ext cx="5639587" cy="2953162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19747" y="0"/>
            <a:ext cx="3163779" cy="166255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2734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08750" cy="6140940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61311" y="3906982"/>
            <a:ext cx="5158834" cy="1246909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0406" y="844325"/>
            <a:ext cx="6981594" cy="207560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1456" y="3202227"/>
            <a:ext cx="5963497" cy="2656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780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0</Words>
  <Application>Microsoft Office PowerPoint</Application>
  <PresentationFormat>와이드스크린</PresentationFormat>
  <Paragraphs>0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DW-203</dc:creator>
  <cp:lastModifiedBy>DW-203</cp:lastModifiedBy>
  <cp:revision>3</cp:revision>
  <dcterms:created xsi:type="dcterms:W3CDTF">2026-05-22T00:46:11Z</dcterms:created>
  <dcterms:modified xsi:type="dcterms:W3CDTF">2026-05-22T02:18:07Z</dcterms:modified>
</cp:coreProperties>
</file>