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7" r:id="rId3"/>
    <p:sldId id="263" r:id="rId4"/>
    <p:sldId id="262" r:id="rId5"/>
    <p:sldId id="261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3DBC5-5B46-4CB2-935D-B3B454CEF53D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A869-1869-451E-8C02-E5028B766A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6630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3DBC5-5B46-4CB2-935D-B3B454CEF53D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A869-1869-451E-8C02-E5028B766A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251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3DBC5-5B46-4CB2-935D-B3B454CEF53D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A869-1869-451E-8C02-E5028B766A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382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3DBC5-5B46-4CB2-935D-B3B454CEF53D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A869-1869-451E-8C02-E5028B766A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961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3DBC5-5B46-4CB2-935D-B3B454CEF53D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A869-1869-451E-8C02-E5028B766A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5526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3DBC5-5B46-4CB2-935D-B3B454CEF53D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A869-1869-451E-8C02-E5028B766A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2282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3DBC5-5B46-4CB2-935D-B3B454CEF53D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A869-1869-451E-8C02-E5028B766A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8167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3DBC5-5B46-4CB2-935D-B3B454CEF53D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A869-1869-451E-8C02-E5028B766A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753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3DBC5-5B46-4CB2-935D-B3B454CEF53D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A869-1869-451E-8C02-E5028B766A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3791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3DBC5-5B46-4CB2-935D-B3B454CEF53D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A869-1869-451E-8C02-E5028B766A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0754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3DBC5-5B46-4CB2-935D-B3B454CEF53D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A869-1869-451E-8C02-E5028B766A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4885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03DBC5-5B46-4CB2-935D-B3B454CEF53D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97A869-1869-451E-8C02-E5028B766A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8576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699" y="406097"/>
            <a:ext cx="6630325" cy="393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28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60501" cy="6563219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268162" y="2868814"/>
            <a:ext cx="1943023" cy="2617585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2168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63" y="874583"/>
            <a:ext cx="2610214" cy="34961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2015" y="473825"/>
            <a:ext cx="1420582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네이밍</a:t>
            </a:r>
            <a:r>
              <a:rPr lang="ko-KR" altLang="en-US" dirty="0" smtClean="0"/>
              <a:t> 규칙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9477" y="82082"/>
            <a:ext cx="5861805" cy="531785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723" y="5383602"/>
            <a:ext cx="5883277" cy="1474398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373014" y="1635659"/>
            <a:ext cx="1256281" cy="259644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2679477" y="469404"/>
            <a:ext cx="5633250" cy="287054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8557871" y="428265"/>
            <a:ext cx="1189749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카멜 표기</a:t>
            </a:r>
            <a:endParaRPr lang="en-US" altLang="ko-KR" dirty="0" smtClean="0"/>
          </a:p>
        </p:txBody>
      </p:sp>
      <p:sp>
        <p:nvSpPr>
          <p:cNvPr id="9" name="직사각형 8"/>
          <p:cNvSpPr/>
          <p:nvPr/>
        </p:nvSpPr>
        <p:spPr>
          <a:xfrm>
            <a:off x="6308722" y="5439540"/>
            <a:ext cx="5883277" cy="1418459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4376568" y="5439540"/>
            <a:ext cx="1866217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스네이크</a:t>
            </a:r>
            <a:r>
              <a:rPr lang="ko-KR" altLang="en-US" dirty="0" smtClean="0"/>
              <a:t> 표기</a:t>
            </a:r>
            <a:endParaRPr lang="en-US" altLang="ko-KR" dirty="0" smtClean="0"/>
          </a:p>
          <a:p>
            <a:r>
              <a:rPr lang="en-US" altLang="ko-KR" dirty="0" smtClean="0"/>
              <a:t>: </a:t>
            </a:r>
            <a:r>
              <a:rPr lang="ko-KR" altLang="en-US" dirty="0" smtClean="0"/>
              <a:t>함수 및 </a:t>
            </a:r>
            <a:r>
              <a:rPr lang="ko-KR" altLang="en-US" dirty="0" err="1" smtClean="0"/>
              <a:t>변수명</a:t>
            </a:r>
            <a:endParaRPr lang="en-US" altLang="ko-KR" dirty="0" smtClean="0"/>
          </a:p>
          <a:p>
            <a:r>
              <a:rPr lang="ko-KR" altLang="en-US" dirty="0" smtClean="0"/>
              <a:t>동사</a:t>
            </a:r>
            <a:r>
              <a:rPr lang="en-US" altLang="ko-KR" dirty="0" smtClean="0"/>
              <a:t>+</a:t>
            </a:r>
            <a:r>
              <a:rPr lang="ko-KR" altLang="en-US" dirty="0" smtClean="0"/>
              <a:t>목적어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6119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14" y="731195"/>
            <a:ext cx="7411484" cy="10955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814" y="361863"/>
            <a:ext cx="201529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상수</a:t>
            </a:r>
            <a:r>
              <a:rPr lang="en-US" altLang="ko-KR" dirty="0" smtClean="0"/>
              <a:t>: </a:t>
            </a:r>
            <a:r>
              <a:rPr lang="ko-KR" altLang="en-US" dirty="0" smtClean="0"/>
              <a:t>대문자 표기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14" y="2587847"/>
            <a:ext cx="6385003" cy="38105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814" y="2218515"/>
            <a:ext cx="273825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mtClean="0"/>
              <a:t>공용 및 내부 인터페이스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6957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4026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</TotalTime>
  <Words>21</Words>
  <Application>Microsoft Office PowerPoint</Application>
  <PresentationFormat>와이드스크린</PresentationFormat>
  <Paragraphs>7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DW-203</dc:creator>
  <cp:lastModifiedBy>DW-203</cp:lastModifiedBy>
  <cp:revision>14</cp:revision>
  <dcterms:created xsi:type="dcterms:W3CDTF">2026-04-21T00:47:48Z</dcterms:created>
  <dcterms:modified xsi:type="dcterms:W3CDTF">2026-04-28T01:41:34Z</dcterms:modified>
</cp:coreProperties>
</file>