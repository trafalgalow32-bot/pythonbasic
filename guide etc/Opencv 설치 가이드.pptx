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259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911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4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92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326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344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160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6011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0774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3316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446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82DEEA-D676-4BAE-B56E-72825EA742BF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86E84-8784-47B3-88CD-62A473D00B8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599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25295" cy="1555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14153" y="2610196"/>
            <a:ext cx="3296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Opencv</a:t>
            </a:r>
            <a:r>
              <a:rPr lang="en-US" altLang="ko-KR" dirty="0" smtClean="0"/>
              <a:t> terminal </a:t>
            </a:r>
            <a:r>
              <a:rPr lang="ko-KR" altLang="en-US" dirty="0" smtClean="0"/>
              <a:t>창에서 설치</a:t>
            </a:r>
            <a:r>
              <a:rPr lang="en-US" altLang="ko-KR" dirty="0" smtClean="0"/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2307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8764" y="432262"/>
            <a:ext cx="11897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영상 소스</a:t>
            </a:r>
            <a:endParaRPr lang="en-US" altLang="ko-KR" dirty="0" smtClean="0"/>
          </a:p>
          <a:p>
            <a:r>
              <a:rPr lang="en-US" altLang="ko-KR" dirty="0" err="1" smtClean="0"/>
              <a:t>Pexels</a:t>
            </a:r>
            <a:endParaRPr lang="en-US" altLang="ko-KR" dirty="0" smtClean="0"/>
          </a:p>
          <a:p>
            <a:r>
              <a:rPr lang="en-US" altLang="ko-KR" dirty="0" err="1" smtClean="0"/>
              <a:t>Pixabay</a:t>
            </a:r>
            <a:endParaRPr lang="en-US" altLang="ko-KR" dirty="0" smtClean="0"/>
          </a:p>
          <a:p>
            <a:r>
              <a:rPr lang="en-US" altLang="ko-KR" dirty="0" err="1" smtClean="0"/>
              <a:t>mixkit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0536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</Words>
  <Application>Microsoft Office PowerPoint</Application>
  <PresentationFormat>와이드스크린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4</cp:revision>
  <dcterms:created xsi:type="dcterms:W3CDTF">2026-05-11T01:24:36Z</dcterms:created>
  <dcterms:modified xsi:type="dcterms:W3CDTF">2026-05-11T03:10:17Z</dcterms:modified>
</cp:coreProperties>
</file>