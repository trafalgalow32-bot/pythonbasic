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E4CC7-E606-4CD6-9C81-B91933093382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ABCD-81E1-4290-839D-B02D0390F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68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E4CC7-E606-4CD6-9C81-B91933093382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ABCD-81E1-4290-839D-B02D0390F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88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E4CC7-E606-4CD6-9C81-B91933093382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ABCD-81E1-4290-839D-B02D0390F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721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E4CC7-E606-4CD6-9C81-B91933093382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ABCD-81E1-4290-839D-B02D0390F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56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E4CC7-E606-4CD6-9C81-B91933093382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ABCD-81E1-4290-839D-B02D0390F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202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E4CC7-E606-4CD6-9C81-B91933093382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ABCD-81E1-4290-839D-B02D0390F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1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E4CC7-E606-4CD6-9C81-B91933093382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ABCD-81E1-4290-839D-B02D0390F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634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E4CC7-E606-4CD6-9C81-B91933093382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ABCD-81E1-4290-839D-B02D0390F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535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E4CC7-E606-4CD6-9C81-B91933093382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ABCD-81E1-4290-839D-B02D0390F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934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E4CC7-E606-4CD6-9C81-B91933093382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ABCD-81E1-4290-839D-B02D0390F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943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E4CC7-E606-4CD6-9C81-B91933093382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ABCD-81E1-4290-839D-B02D0390F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756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E4CC7-E606-4CD6-9C81-B91933093382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3ABCD-81E1-4290-839D-B02D0390F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9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81419" cy="538274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651" y="0"/>
            <a:ext cx="7500349" cy="538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12106" cy="610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32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14314" cy="310904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646" y="0"/>
            <a:ext cx="5038720" cy="399948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7572895" y="2369127"/>
            <a:ext cx="2111432" cy="34913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760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62840" cy="587369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78691" y="795867"/>
            <a:ext cx="2356041" cy="1778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78690" y="1075267"/>
            <a:ext cx="1560177" cy="16933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699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449"/>
            <a:ext cx="7164430" cy="515323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582216" y="1109133"/>
            <a:ext cx="1133718" cy="2285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888883" y="1727200"/>
            <a:ext cx="1133718" cy="2285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 flipV="1">
            <a:off x="3022601" y="1591733"/>
            <a:ext cx="4969932" cy="1354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992533" y="1474800"/>
            <a:ext cx="110799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mtClean="0"/>
              <a:t>가상환경</a:t>
            </a: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528616" y="4976119"/>
            <a:ext cx="635814" cy="25056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236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92136" cy="643503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5511800"/>
            <a:ext cx="245533" cy="23706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22766" y="6472106"/>
            <a:ext cx="142058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mtClean="0"/>
              <a:t>터미널 실행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122766" y="5748867"/>
            <a:ext cx="0" cy="7232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1794933" y="5948537"/>
            <a:ext cx="1044581" cy="23212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933" y="5948538"/>
            <a:ext cx="1044581" cy="2321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15047" y="6449907"/>
            <a:ext cx="149271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err="1" smtClean="0"/>
              <a:t>Numpy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cxnSp>
        <p:nvCxnSpPr>
          <p:cNvPr id="14" name="직선 화살표 연결선 13"/>
          <p:cNvCxnSpPr/>
          <p:nvPr/>
        </p:nvCxnSpPr>
        <p:spPr>
          <a:xfrm flipH="1">
            <a:off x="1955800" y="6180666"/>
            <a:ext cx="4233" cy="2914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909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</Words>
  <Application>Microsoft Office PowerPoint</Application>
  <PresentationFormat>와이드스크린</PresentationFormat>
  <Paragraphs>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4</cp:revision>
  <dcterms:created xsi:type="dcterms:W3CDTF">2026-05-06T00:12:30Z</dcterms:created>
  <dcterms:modified xsi:type="dcterms:W3CDTF">2026-05-06T01:49:15Z</dcterms:modified>
</cp:coreProperties>
</file>